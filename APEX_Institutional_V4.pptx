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ex_banner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0"/>
            <a:ext cx="12191695" cy="2286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70670"/>
                </a:solidFill>
              </a:defRPr>
            </a:pPr>
            <a:r>
              <a:t>APEX Institutional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FF"/>
                </a:solidFill>
              </a:defRPr>
            </a:pPr>
            <a:r>
              <a:t>The Next Generation Autonomous Crypto Trading Terminal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70670"/>
                </a:solidFill>
                <a:latin typeface="Arial"/>
              </a:defRPr>
            </a:pPr>
            <a:r>
              <a:t>The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Live High-Frequency Order Execution and AI Monitoring Dashboard.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Displays real-time market action, live positions, and execution latency.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Beautiful glassmorphism interface built for Institutional clarity.</a:t>
            </a:r>
          </a:p>
        </p:txBody>
      </p:sp>
      <p:pic>
        <p:nvPicPr>
          <p:cNvPr id="4" name="Picture 3" descr="dashboard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60320"/>
            <a:ext cx="9448495" cy="53147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4FF"/>
                </a:solidFill>
                <a:latin typeface="Arial"/>
              </a:defRPr>
            </a:pPr>
            <a:r>
              <a:t>Triple-Agent Consensus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1. CLAW (News Sentiment Agent): Analyzes fundamental data and liquidity.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2. Macro (Trend Following Agent): Sets the baseline bias (Bullish/Bearish).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3. Scalper (Sniper Agent): Determines exact dynamic risk entry pricing.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If they don't reach a 60%+ agreement, the bot holds capital. Emotionless logic.</a:t>
            </a:r>
          </a:p>
        </p:txBody>
      </p:sp>
      <p:pic>
        <p:nvPicPr>
          <p:cNvPr id="4" name="Picture 3" descr="ai_consens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EF7D"/>
                </a:solidFill>
                <a:latin typeface="Arial"/>
              </a:defRPr>
            </a:pPr>
            <a:r>
              <a:t>DOM X-Ray (Order Book Intelligence)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Real-time visibility into the Delta Exchange L2 Order Book.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Detects massive physical buy/sell walls to gauge market imbalance.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Macro Agent scales leverage dynamically based on wall support/resistance.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Scalper &amp; Trap Agents front-run reversals by positioning ahead of massive walls.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EF7D"/>
                </a:solidFill>
                <a:latin typeface="Arial"/>
              </a:defRPr>
            </a:pPr>
            <a:r>
              <a:t>Predictive Traps &amp; Step-Trailing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The Fused Engine selects the tightest stop-loss before execution: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Tier 1 (+0.5%): SL snaps to Breakeven.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Tier 2 (+1.0%): SL locks in +0.7% guaranteed.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Tier 3 (+1.5%): SL tightly shadows the market peak by 0.15%.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The Predictive AI Trap loop constantly evaluates Binance tick data to snap Take-Profits before reversals occur.</a:t>
            </a:r>
          </a:p>
        </p:txBody>
      </p:sp>
      <p:pic>
        <p:nvPicPr>
          <p:cNvPr id="4" name="Picture 3" descr="repor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70670"/>
                </a:solidFill>
                <a:latin typeface="Arial"/>
              </a:defRPr>
            </a:pPr>
            <a:r>
              <a:t>Immutable Performance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Live Database tracking system logs every closed position automatically.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Backfill logic recovers trades even after server restarts to ensure perfect PnL tracking.</a:t>
            </a:r>
          </a:p>
          <a:p>
            <a:pPr>
              <a:spcAft>
                <a:spcPts val="14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Shows recent Step-Trail lock wins (e.g. +$155.69, +$20.28) dynamically.</a:t>
            </a:r>
          </a:p>
        </p:txBody>
      </p:sp>
      <p:pic>
        <p:nvPicPr>
          <p:cNvPr id="4" name="Picture 3" descr="performanc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43200"/>
            <a:ext cx="9448495" cy="53147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