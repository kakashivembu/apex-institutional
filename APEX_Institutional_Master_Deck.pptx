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Realized PnL ($)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INDIA_TESTNET2</c:v>
                </c:pt>
                <c:pt idx="1">
                  <c:v>DeltaIndia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155.69</c:v>
                </c:pt>
                <c:pt idx="1">
                  <c:v>20.28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E0E0E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E0E0E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ex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371600"/>
            <a:ext cx="73152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70670"/>
                </a:solidFill>
                <a:latin typeface="Arial"/>
              </a:defRPr>
            </a:pPr>
            <a:r>
              <a:t>APEX Institutional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Autonomous High-Frequency Crypto Trading Engine</a:t>
            </a:r>
            <a:br/>
            <a:r>
              <a:t>Triple-Agent AI Consensus | Unified Step-Trailing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70670"/>
                </a:solidFill>
                <a:latin typeface="Arial"/>
              </a:defRPr>
            </a:pPr>
            <a:r>
              <a:t>What is APEX Institutional?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A highly-advanced, emotionless cryptocurrency trading terminal.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Employs a Triple-Agent AI System to evaluate market conditions.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Trades execution requires a strict 60%+ consensus between all agents.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Dynamically scales leverage (1x to 100x) based purely on AI confidence scores.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Executes directly on Delta Exchange with fallbacks to live Binance feeds.</a:t>
            </a:r>
          </a:p>
        </p:txBody>
      </p:sp>
      <p:pic>
        <p:nvPicPr>
          <p:cNvPr id="4" name="Picture 3" descr="repor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5276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70670"/>
                </a:solidFill>
                <a:latin typeface="Arial"/>
              </a:defRPr>
            </a:pPr>
            <a:r>
              <a:t>The 3-Agent 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Agent 1: CLAW (News Sentiment) - Scans breaking news and global funding rates.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Agent 2: Macro Trend - Evaluates higher timeframe volatility and bias.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Agent 3: Scalper - Identifies precise entry points on the 5M charts.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Execution Safeguards: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Staggered 2-second delays prevent API rate limit crashes.</a:t>
            </a:r>
          </a:p>
          <a:p>
            <a:pPr>
              <a:spcAft>
                <a:spcPts val="14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If agents disagree, the bot safely holds capital. Zero forced trades.</a:t>
            </a:r>
          </a:p>
        </p:txBody>
      </p:sp>
      <p:pic>
        <p:nvPicPr>
          <p:cNvPr id="4" name="Picture 3" descr="repor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"/>
              </a:defRPr>
            </a:pPr>
            <a:r>
              <a:t>Unified Fused Trailing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Simultaneously runs a Math-Tier system and an AI Predictive Trap system.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Picks the most protective stop-loss before execution.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Tight Scalping Tiers: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1 (+0.5% profit): Stop-Loss snaps to entry. Zero Risk.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2 (+1.0% profit): Locks in 0.7% guaranteed profit.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3 (+1.5% profit): Shadows peak price aggressively by 0.15%.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Fast-Recovery: Recovers missing DB trades and SLs directly from Delta Exchange.</a:t>
            </a:r>
          </a:p>
        </p:txBody>
      </p:sp>
      <p:pic>
        <p:nvPicPr>
          <p:cNvPr id="4" name="Picture 3" descr="repo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EF7D"/>
                </a:solidFill>
                <a:latin typeface="Arial"/>
              </a:defRPr>
            </a:pPr>
            <a:r>
              <a:t>Recent Trade Performance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  <a:latin typeface="Arial"/>
              </a:defRPr>
            </a:pPr>
            <a:r>
              <a:t>The recent volatility drop activated the Tier 3 Step-Trail system.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  <a:latin typeface="Arial"/>
              </a:defRPr>
            </a:pPr>
            <a:r>
              <a:t>APEX autonomously locked in maximum profit before the market reversed.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  <a:latin typeface="Arial"/>
              </a:defRPr>
            </a:pPr>
            <a:r>
              <a:t>• INDIA_TESTNET2: +$155.69 (119 Contracts)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  <a:latin typeface="Arial"/>
              </a:defRPr>
            </a:pPr>
            <a:r>
              <a:t>• DeltaIndia: +$20.28 (16 Contracts)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3474720"/>
          <a:ext cx="7315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